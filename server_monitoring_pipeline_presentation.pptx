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6" r:id="rId5"/>
    <p:sldId id="259" r:id="rId6"/>
    <p:sldId id="260" r:id="rId7"/>
    <p:sldId id="261" r:id="rId8"/>
    <p:sldId id="265" r:id="rId9"/>
    <p:sldId id="262" r:id="rId10"/>
    <p:sldId id="263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150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dirty="0">
                <a:solidFill>
                  <a:srgbClr val="FF0000"/>
                </a:solidFill>
              </a:rPr>
              <a:t>Server Monitoring Data Engineering Pipeline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Use Case: Virtual Server Monitoring and Performance Optimization</a:t>
            </a:r>
            <a:endParaRPr lang="en-IN" dirty="0"/>
          </a:p>
          <a:p>
            <a:pPr marL="0" indent="0">
              <a:buNone/>
            </a:pPr>
            <a:endParaRPr lang="en-IN" dirty="0"/>
          </a:p>
          <a:p>
            <a:r>
              <a:rPr dirty="0">
                <a:solidFill>
                  <a:srgbClr val="FF0000"/>
                </a:solidFill>
              </a:rPr>
              <a:t>Tools Used:</a:t>
            </a:r>
          </a:p>
          <a:p>
            <a:r>
              <a:rPr dirty="0"/>
              <a:t>Azure Data Lake, Azure Data Factory, Azure Databricks, </a:t>
            </a:r>
            <a:r>
              <a:rPr dirty="0" err="1"/>
              <a:t>PySpark</a:t>
            </a:r>
            <a:r>
              <a:rPr dirty="0"/>
              <a:t>, Power BI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rgbClr val="FF0000"/>
                </a:solidFill>
              </a:rP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t>Organizations running distributed cloud servers need a way to monitor system performance.</a:t>
            </a:r>
          </a:p>
          <a:p>
            <a:endParaRPr/>
          </a:p>
          <a:p>
            <a:r>
              <a:t>Challenges:</a:t>
            </a:r>
          </a:p>
          <a:p>
            <a:r>
              <a:t>- Identifying performance bottlenecks</a:t>
            </a:r>
          </a:p>
          <a:p>
            <a:r>
              <a:t>- Monitoring server health</a:t>
            </a:r>
          </a:p>
          <a:p>
            <a:r>
              <a:t>- Preventing downtime</a:t>
            </a:r>
          </a:p>
          <a:p>
            <a:endParaRPr/>
          </a:p>
          <a:p>
            <a:r>
              <a:t>Solution: Build an end-to-end data pipeline to process and visualize server performance data.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rgbClr val="FF0000"/>
                </a:solidFill>
              </a:rPr>
              <a:t>Project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t>Pipeline Flow:</a:t>
            </a:r>
          </a:p>
          <a:p>
            <a:endParaRPr/>
          </a:p>
          <a:p>
            <a:r>
              <a:t>CSV Server Logs</a:t>
            </a:r>
          </a:p>
          <a:p>
            <a:r>
              <a:t>→ Azure Data Lake Storage</a:t>
            </a:r>
          </a:p>
          <a:p>
            <a:r>
              <a:t>→ Azure Data Factory</a:t>
            </a:r>
          </a:p>
          <a:p>
            <a:r>
              <a:t>→ Azure Databricks</a:t>
            </a:r>
          </a:p>
          <a:p>
            <a:r>
              <a:t>→ Data Transformation</a:t>
            </a:r>
          </a:p>
          <a:p>
            <a:r>
              <a:t>→ Azure Data Lake (Transformed Data)</a:t>
            </a:r>
          </a:p>
          <a:p>
            <a:r>
              <a:t>→ Power BI Dashboard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27B64D-1A23-0D94-A572-5F68312BAA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7458" y="179161"/>
            <a:ext cx="8229600" cy="1143000"/>
          </a:xfrm>
        </p:spPr>
        <p:txBody>
          <a:bodyPr/>
          <a:lstStyle/>
          <a:p>
            <a:r>
              <a:rPr lang="en-IN" dirty="0">
                <a:solidFill>
                  <a:srgbClr val="FF0000"/>
                </a:solidFill>
              </a:rPr>
              <a:t>Architecture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9BA995D5-81DA-DF9F-BBB3-DAF410DE22C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7156" y="1322161"/>
            <a:ext cx="8372815" cy="5488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85640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rgbClr val="FF0000"/>
                </a:solidFill>
              </a:rPr>
              <a:t>Data Ingestion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Raw server log data is uploaded into Azure Data Lake.</a:t>
            </a:r>
          </a:p>
          <a:p>
            <a:endParaRPr/>
          </a:p>
          <a:p>
            <a:r>
              <a:t>Azure Data Factory is used to orchestrate the pipeline and manage the ingestion process.</a:t>
            </a:r>
          </a:p>
          <a:p>
            <a:endParaRPr/>
          </a:p>
          <a:p>
            <a:r>
              <a:t>This ensures structured storage and easy access for processing.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rgbClr val="FF0000"/>
                </a:solidFill>
              </a:rPr>
              <a:t>Data Transformation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t>Azure Databricks processes the raw server logs using PySpark.</a:t>
            </a:r>
          </a:p>
          <a:p>
            <a:endParaRPr/>
          </a:p>
          <a:p>
            <a:r>
              <a:t>Transformation tasks include:</a:t>
            </a:r>
          </a:p>
          <a:p>
            <a:r>
              <a:t>- Cleaning the dataset</a:t>
            </a:r>
          </a:p>
          <a:p>
            <a:r>
              <a:t>- Removing duplicates</a:t>
            </a:r>
          </a:p>
          <a:p>
            <a:r>
              <a:t>- Validating metrics</a:t>
            </a:r>
          </a:p>
          <a:p>
            <a:r>
              <a:t>- Generating performance insights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rgbClr val="FF0000"/>
                </a:solidFill>
              </a:rPr>
              <a:t>Power BI Dashboard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t>The transformed dataset is connected to Power BI.</a:t>
            </a:r>
          </a:p>
          <a:p>
            <a:endParaRPr/>
          </a:p>
          <a:p>
            <a:r>
              <a:t>Dashboard visualizations include:</a:t>
            </a:r>
          </a:p>
          <a:p>
            <a:r>
              <a:t>- Server health distribution</a:t>
            </a:r>
          </a:p>
          <a:p>
            <a:r>
              <a:t>- CPU utilization by server</a:t>
            </a:r>
          </a:p>
          <a:p>
            <a:r>
              <a:t>- Network traffic analysis</a:t>
            </a:r>
          </a:p>
          <a:p>
            <a:r>
              <a:t>- Downtime tracking</a:t>
            </a:r>
          </a:p>
          <a:p>
            <a:r>
              <a:t>- System availability KPI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1A95671B-3CC6-4792-9114-B74FAEA224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5F1D78B-B37B-7B01-72D0-102C8B9332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6138" y="174032"/>
            <a:ext cx="7631723" cy="1111843"/>
          </a:xfrm>
        </p:spPr>
        <p:txBody>
          <a:bodyPr anchor="ctr">
            <a:normAutofit/>
          </a:bodyPr>
          <a:lstStyle/>
          <a:p>
            <a:r>
              <a:rPr lang="en-IN" sz="3500" dirty="0">
                <a:solidFill>
                  <a:srgbClr val="FF0000"/>
                </a:solidFill>
              </a:rPr>
              <a:t>Dashboard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E3BD1797-10ED-F686-B461-44F83FDC28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6138" y="1459907"/>
            <a:ext cx="7631722" cy="767904"/>
          </a:xfrm>
        </p:spPr>
        <p:txBody>
          <a:bodyPr anchor="ctr">
            <a:normAutofit/>
          </a:bodyPr>
          <a:lstStyle/>
          <a:p>
            <a:pPr algn="ctr"/>
            <a:endParaRPr lang="en-US" sz="1700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73E5963-48AB-4809-5696-A048366BE3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257" y="1121229"/>
            <a:ext cx="8610600" cy="5183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5747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rgbClr val="FF0000"/>
                </a:solidFill>
              </a:rPr>
              <a:t>Project Outcome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pipeline enables real-time monitoring of server performance.</a:t>
            </a:r>
          </a:p>
          <a:p>
            <a:endParaRPr/>
          </a:p>
          <a:p>
            <a:r>
              <a:t>Benefits:</a:t>
            </a:r>
          </a:p>
          <a:p>
            <a:r>
              <a:t>- Identify system issues early</a:t>
            </a:r>
          </a:p>
          <a:p>
            <a:r>
              <a:t>- Improve infrastructure reliability</a:t>
            </a:r>
          </a:p>
          <a:p>
            <a:r>
              <a:t>- Optimize resource utilization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rgbClr val="FF0000"/>
                </a:solidFill>
              </a:rP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project demonstrates how Azure cloud services can be used to build a scalable data engineering pipeline for monitoring server performance and generating insights.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268</Words>
  <Application>Microsoft Office PowerPoint</Application>
  <PresentationFormat>On-screen Show (4:3)</PresentationFormat>
  <Paragraphs>58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Server Monitoring Data Engineering Pipeline</vt:lpstr>
      <vt:lpstr>Problem Statement</vt:lpstr>
      <vt:lpstr>Project Architecture</vt:lpstr>
      <vt:lpstr>Architecture</vt:lpstr>
      <vt:lpstr>Data Ingestion</vt:lpstr>
      <vt:lpstr>Data Transformation</vt:lpstr>
      <vt:lpstr>Power BI Dashboard</vt:lpstr>
      <vt:lpstr>Dashboard</vt:lpstr>
      <vt:lpstr>Project Outcome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ONSTEROID S</cp:lastModifiedBy>
  <cp:revision>3</cp:revision>
  <dcterms:created xsi:type="dcterms:W3CDTF">2013-01-27T09:14:16Z</dcterms:created>
  <dcterms:modified xsi:type="dcterms:W3CDTF">2026-03-15T16:30:52Z</dcterms:modified>
  <cp:category/>
</cp:coreProperties>
</file>